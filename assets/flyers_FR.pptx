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9" d="100"/>
          <a:sy n="99" d="100"/>
        </p:scale>
        <p:origin x="89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40B2434-A2EF-ADFE-C6FA-0EF0C8F0F4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FFBA764-AA7A-CF1F-D698-F5EF359E2A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7CD25E8-6C6F-7525-93C7-5836A62E3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54C85-9126-48D5-B00D-6A023F8AA5E4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C322949-B35D-5072-377E-5006C14A7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082C6AD-0E67-1A2A-133D-36B82B987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20524-B4A6-4C2F-BE13-AF4F72CBED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229921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37A649-D705-7649-8FCC-72CCC94FB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6A1DA04-F151-A2F1-2D4B-AC593EA1D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F02E434-71F9-85EB-6653-93D911ED7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54C85-9126-48D5-B00D-6A023F8AA5E4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398DB36-B40B-5289-4A69-32ED73EEB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BB703D4-73EB-33F7-1171-A771832AF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20524-B4A6-4C2F-BE13-AF4F72CBED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51597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9C9120F-F187-0078-B6D1-07752CC19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9143163-9B6A-E66E-8895-3AF4275D3A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12C0C0F-903D-B765-3E55-AE78A6713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54C85-9126-48D5-B00D-6A023F8AA5E4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6B59F68-52D6-921D-8F28-C7CC8AB2B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2C04772-EA1D-3157-7B0A-D46009006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20524-B4A6-4C2F-BE13-AF4F72CBED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77484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6BF744-7541-CB1B-352D-6EAF8F95D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6386F6B-90B7-45FE-B5AF-F29C456FB1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4F47C1F-6DB2-19D5-2143-AA2C1A848E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A438997-4A9D-0AE7-9B00-6F4ED69B4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54C85-9126-48D5-B00D-6A023F8AA5E4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9173083-862B-7E98-5339-313CF751D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1006194-5553-4FB6-BA18-F48A2ADEA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20524-B4A6-4C2F-BE13-AF4F72CBED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2116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B9C60DA-A2A5-E242-3632-A69ACD26B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2F84C85-05A5-FB99-EB8A-3A07BD4596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ACA1B3A-2B90-CFF9-4EDF-6202F3C22E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028F83A-F6FF-511B-A9DC-222E4E3AB1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8870AF87-498F-D9D9-305A-F1EB672580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836805EC-7A1E-ADC3-58E4-88ECD91C9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54C85-9126-48D5-B00D-6A023F8AA5E4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15F658EE-D59A-59EA-E90C-FA8732621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2BDA961-9CEA-B60A-2D81-E7449AF49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20524-B4A6-4C2F-BE13-AF4F72CBED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0818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DFA9D1-12AF-4B70-4DFD-F9B210C1B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33F8B75-8041-C301-81D6-607EC27DD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54C85-9126-48D5-B00D-6A023F8AA5E4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BACD884-D033-7FF3-2BC7-CA409B1A6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5BB0927-2E3E-2744-CA63-4D68BFD4A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20524-B4A6-4C2F-BE13-AF4F72CBED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5473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FABFD7C-7ECA-C82D-EC45-65F4EE387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54C85-9126-48D5-B00D-6A023F8AA5E4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9C408FE-1A2D-1044-8CD8-D1EF90953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4CDFAEF-60B4-1D3B-ABCD-4A06B7C07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20524-B4A6-4C2F-BE13-AF4F72CBED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1792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968CAC1-8550-DC60-CEAB-9A20CF0DF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145F09E-6AA1-5ACA-A33C-3051B78ECC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E7FC7CD-E66C-44BF-A0C7-E9B451466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0FB66E9-AC80-A095-92E6-EEA06EAB7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54C85-9126-48D5-B00D-6A023F8AA5E4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2E54D0B-628C-CA93-5DDB-362042A61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C893AD6-9811-0B4E-A22C-231369323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20524-B4A6-4C2F-BE13-AF4F72CBED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92316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21ABCE-9F97-5A4E-7E91-7A8AE3A8A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0EFA0B0-6589-0438-086A-C7E483ECB1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E94BB3C-6754-6521-512C-E75B2599D9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9D44F6B-94DC-88F6-B16D-820E54F81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54C85-9126-48D5-B00D-6A023F8AA5E4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44B71AA-EC62-0BF1-C03B-82ABCB774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0B3CFFF-6898-110B-05A7-87BBAE854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20524-B4A6-4C2F-BE13-AF4F72CBED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8616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1785A2-6262-78C5-A89F-9A07E9B5E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5B0ADB6-A4A4-6C69-81DC-A423D5D448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85488B7-87CC-435D-1ABA-1AC1E2ED8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54C85-9126-48D5-B00D-6A023F8AA5E4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36E5596-D2A3-DE56-7854-ADF6A658A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7B84C6-AF12-6F19-AD5C-EBF3B737F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20524-B4A6-4C2F-BE13-AF4F72CBED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7522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C1069720-3CEA-DA23-66C2-DFE125DA7E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429E288-9192-D09C-ED5B-1D6805C264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CFE7C25-DDAB-3BC1-14DA-475FDBA88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54C85-9126-48D5-B00D-6A023F8AA5E4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AD628E0-8F0B-5468-B92F-643C9D36A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F450C0D-E405-9452-52BB-874BC7537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20524-B4A6-4C2F-BE13-AF4F72CBED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8553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268D432C-4B02-79E5-C3A3-BBEE40556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271F40A-4B93-090C-9461-FD17A435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968E278-1672-CE10-4B33-16195513BC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654C85-9126-48D5-B00D-6A023F8AA5E4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198834F-E7AC-1FC0-918D-9CAB7AECB9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75D0472-1CD7-07B9-A1A3-6720DA8F18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220524-B4A6-4C2F-BE13-AF4F72CBED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3366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FE05F-D4E0-E283-3743-6CA4B53CB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e 19">
            <a:extLst>
              <a:ext uri="{FF2B5EF4-FFF2-40B4-BE49-F238E27FC236}">
                <a16:creationId xmlns:a16="http://schemas.microsoft.com/office/drawing/2014/main" id="{37F3BD4B-8004-3B5F-5D31-1C8F120E6573}"/>
              </a:ext>
            </a:extLst>
          </p:cNvPr>
          <p:cNvGrpSpPr/>
          <p:nvPr/>
        </p:nvGrpSpPr>
        <p:grpSpPr>
          <a:xfrm>
            <a:off x="401934" y="0"/>
            <a:ext cx="9365063" cy="5235191"/>
            <a:chOff x="401934" y="0"/>
            <a:chExt cx="9365063" cy="5235191"/>
          </a:xfrm>
        </p:grpSpPr>
        <p:grpSp>
          <p:nvGrpSpPr>
            <p:cNvPr id="14" name="Groupe 13">
              <a:extLst>
                <a:ext uri="{FF2B5EF4-FFF2-40B4-BE49-F238E27FC236}">
                  <a16:creationId xmlns:a16="http://schemas.microsoft.com/office/drawing/2014/main" id="{BEE3E281-72D3-64DF-B302-82963130EC49}"/>
                </a:ext>
              </a:extLst>
            </p:cNvPr>
            <p:cNvGrpSpPr/>
            <p:nvPr/>
          </p:nvGrpSpPr>
          <p:grpSpPr>
            <a:xfrm>
              <a:off x="401934" y="0"/>
              <a:ext cx="9365063" cy="5235191"/>
              <a:chOff x="401934" y="0"/>
              <a:chExt cx="9365063" cy="5235191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D2B17B16-297C-AFDD-BA30-907A7389377B}"/>
                  </a:ext>
                </a:extLst>
              </p:cNvPr>
              <p:cNvSpPr/>
              <p:nvPr/>
            </p:nvSpPr>
            <p:spPr>
              <a:xfrm>
                <a:off x="401934" y="0"/>
                <a:ext cx="9365063" cy="5235191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31" name="ZoneTexte 30">
                <a:extLst>
                  <a:ext uri="{FF2B5EF4-FFF2-40B4-BE49-F238E27FC236}">
                    <a16:creationId xmlns:a16="http://schemas.microsoft.com/office/drawing/2014/main" id="{3715EE6C-8B98-C314-97A6-90B8EC7DCCE3}"/>
                  </a:ext>
                </a:extLst>
              </p:cNvPr>
              <p:cNvSpPr txBox="1"/>
              <p:nvPr/>
            </p:nvSpPr>
            <p:spPr>
              <a:xfrm>
                <a:off x="539991" y="19762"/>
                <a:ext cx="9119792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fr-FR" b="1" dirty="0"/>
                  <a:t>PRÉPAREZ VOS ACTIVITÉS</a:t>
                </a:r>
              </a:p>
              <a:p>
                <a:pPr algn="ctr"/>
                <a:r>
                  <a:rPr lang="fr-FR" b="1" dirty="0"/>
                  <a:t>https://bellodulac.vercel.app</a:t>
                </a:r>
              </a:p>
            </p:txBody>
          </p:sp>
          <p:pic>
            <p:nvPicPr>
              <p:cNvPr id="33" name="Image 32">
                <a:extLst>
                  <a:ext uri="{FF2B5EF4-FFF2-40B4-BE49-F238E27FC236}">
                    <a16:creationId xmlns:a16="http://schemas.microsoft.com/office/drawing/2014/main" id="{8745ACAB-25ED-FE52-7AE3-316E1A4E29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89493" y="74573"/>
                <a:ext cx="806342" cy="606835"/>
              </a:xfrm>
              <a:prstGeom prst="rect">
                <a:avLst/>
              </a:prstGeom>
            </p:spPr>
          </p:pic>
          <p:pic>
            <p:nvPicPr>
              <p:cNvPr id="35" name="Image 34">
                <a:extLst>
                  <a:ext uri="{FF2B5EF4-FFF2-40B4-BE49-F238E27FC236}">
                    <a16:creationId xmlns:a16="http://schemas.microsoft.com/office/drawing/2014/main" id="{102C46BB-4402-AE42-1302-6CC759E605D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80477" y="19762"/>
                <a:ext cx="855572" cy="603301"/>
              </a:xfrm>
              <a:prstGeom prst="rect">
                <a:avLst/>
              </a:prstGeom>
            </p:spPr>
          </p:pic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42533F86-43A1-B884-3B8F-4502C0B390A4}"/>
                  </a:ext>
                </a:extLst>
              </p:cNvPr>
              <p:cNvSpPr/>
              <p:nvPr/>
            </p:nvSpPr>
            <p:spPr>
              <a:xfrm>
                <a:off x="4206706" y="4395130"/>
                <a:ext cx="1740582" cy="667205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33000">
                    <a:srgbClr val="723DE3"/>
                  </a:gs>
                  <a:gs pos="83000">
                    <a:srgbClr val="723DE3"/>
                  </a:gs>
                  <a:gs pos="100000">
                    <a:srgbClr val="723DE3"/>
                  </a:gs>
                </a:gsLst>
                <a:lin ang="5400000" scaled="1"/>
              </a:gra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0540C267-E1EC-DB27-94CB-CA6C7DF51910}"/>
                  </a:ext>
                </a:extLst>
              </p:cNvPr>
              <p:cNvSpPr txBox="1"/>
              <p:nvPr/>
            </p:nvSpPr>
            <p:spPr>
              <a:xfrm>
                <a:off x="4148957" y="4364986"/>
                <a:ext cx="187987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200" dirty="0">
                    <a:solidFill>
                      <a:schemeClr val="bg1"/>
                    </a:solidFill>
                  </a:rPr>
                  <a:t>Voir la liste des </a:t>
                </a:r>
                <a:r>
                  <a:rPr lang="fr-FR" sz="1200" b="1" dirty="0">
                    <a:solidFill>
                      <a:schemeClr val="bg1"/>
                    </a:solidFill>
                  </a:rPr>
                  <a:t>évènements</a:t>
                </a:r>
                <a:r>
                  <a:rPr lang="fr-FR" sz="1200" dirty="0">
                    <a:solidFill>
                      <a:schemeClr val="bg1"/>
                    </a:solidFill>
                  </a:rPr>
                  <a:t> prévus pendant votre séjour</a:t>
                </a: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46CD3CC7-8BDB-5C0C-0079-18CC7DDEC9DC}"/>
                  </a:ext>
                </a:extLst>
              </p:cNvPr>
              <p:cNvSpPr/>
              <p:nvPr/>
            </p:nvSpPr>
            <p:spPr>
              <a:xfrm>
                <a:off x="2344568" y="4378375"/>
                <a:ext cx="1742794" cy="68395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28000">
                    <a:srgbClr val="6A9ACD"/>
                  </a:gs>
                  <a:gs pos="83000">
                    <a:srgbClr val="4381C1"/>
                  </a:gs>
                  <a:gs pos="100000">
                    <a:srgbClr val="4381C1"/>
                  </a:gs>
                </a:gsLst>
                <a:lin ang="2700000" scaled="1"/>
                <a:tileRect/>
              </a:gra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pic>
            <p:nvPicPr>
              <p:cNvPr id="17" name="Image 16">
                <a:extLst>
                  <a:ext uri="{FF2B5EF4-FFF2-40B4-BE49-F238E27FC236}">
                    <a16:creationId xmlns:a16="http://schemas.microsoft.com/office/drawing/2014/main" id="{994E20D3-A5AD-5EA9-E579-D81EBC0184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b="9799"/>
              <a:stretch>
                <a:fillRect/>
              </a:stretch>
            </p:blipFill>
            <p:spPr>
              <a:xfrm>
                <a:off x="4206705" y="885999"/>
                <a:ext cx="1740583" cy="3402990"/>
              </a:xfrm>
              <a:prstGeom prst="rect">
                <a:avLst/>
              </a:prstGeom>
            </p:spPr>
          </p:pic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24A0479A-1F7B-67BF-A0F0-07B6A2057C52}"/>
                  </a:ext>
                </a:extLst>
              </p:cNvPr>
              <p:cNvSpPr/>
              <p:nvPr/>
            </p:nvSpPr>
            <p:spPr>
              <a:xfrm>
                <a:off x="6066631" y="4386747"/>
                <a:ext cx="1740581" cy="667205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20000">
                    <a:srgbClr val="EDAF13"/>
                  </a:gs>
                  <a:gs pos="83000">
                    <a:srgbClr val="EDAF13"/>
                  </a:gs>
                  <a:gs pos="100000">
                    <a:srgbClr val="EDAF13"/>
                  </a:gs>
                </a:gsLst>
                <a:lin ang="5400000" scaled="1"/>
              </a:gra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24" name="ZoneTexte 23">
                <a:extLst>
                  <a:ext uri="{FF2B5EF4-FFF2-40B4-BE49-F238E27FC236}">
                    <a16:creationId xmlns:a16="http://schemas.microsoft.com/office/drawing/2014/main" id="{4C763A42-FF59-9CBA-BD74-1F99885EF297}"/>
                  </a:ext>
                </a:extLst>
              </p:cNvPr>
              <p:cNvSpPr txBox="1"/>
              <p:nvPr/>
            </p:nvSpPr>
            <p:spPr>
              <a:xfrm>
                <a:off x="6023165" y="4351907"/>
                <a:ext cx="179450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200" dirty="0">
                    <a:solidFill>
                      <a:schemeClr val="bg1"/>
                    </a:solidFill>
                  </a:rPr>
                  <a:t>Une </a:t>
                </a:r>
                <a:r>
                  <a:rPr lang="fr-FR" sz="1200" b="1" dirty="0">
                    <a:solidFill>
                      <a:schemeClr val="bg1"/>
                    </a:solidFill>
                  </a:rPr>
                  <a:t>sélection </a:t>
                </a:r>
                <a:r>
                  <a:rPr lang="fr-FR" sz="1200" dirty="0">
                    <a:solidFill>
                      <a:schemeClr val="bg1"/>
                    </a:solidFill>
                  </a:rPr>
                  <a:t>d’activités sur mesure pour vous!</a:t>
                </a:r>
              </a:p>
            </p:txBody>
          </p:sp>
          <p:pic>
            <p:nvPicPr>
              <p:cNvPr id="26" name="Image 25">
                <a:extLst>
                  <a:ext uri="{FF2B5EF4-FFF2-40B4-BE49-F238E27FC236}">
                    <a16:creationId xmlns:a16="http://schemas.microsoft.com/office/drawing/2014/main" id="{C2BE0FF1-E124-65EE-424E-88E58D0CEE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b="7220"/>
              <a:stretch>
                <a:fillRect/>
              </a:stretch>
            </p:blipFill>
            <p:spPr>
              <a:xfrm>
                <a:off x="7919203" y="885998"/>
                <a:ext cx="1740580" cy="3398351"/>
              </a:xfrm>
              <a:prstGeom prst="rect">
                <a:avLst/>
              </a:prstGeom>
            </p:spPr>
          </p:pic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9B6D1BC3-DF05-35BA-9740-84D1F377CD1A}"/>
                  </a:ext>
                </a:extLst>
              </p:cNvPr>
              <p:cNvSpPr/>
              <p:nvPr/>
            </p:nvSpPr>
            <p:spPr>
              <a:xfrm>
                <a:off x="7925035" y="4382375"/>
                <a:ext cx="1734748" cy="667204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33000">
                    <a:srgbClr val="00B050"/>
                  </a:gs>
                  <a:gs pos="83000">
                    <a:srgbClr val="00B050"/>
                  </a:gs>
                  <a:gs pos="100000">
                    <a:srgbClr val="00B050"/>
                  </a:gs>
                </a:gsLst>
                <a:lin ang="5400000" scaled="1"/>
              </a:gra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28" name="ZoneTexte 27">
                <a:extLst>
                  <a:ext uri="{FF2B5EF4-FFF2-40B4-BE49-F238E27FC236}">
                    <a16:creationId xmlns:a16="http://schemas.microsoft.com/office/drawing/2014/main" id="{07E74894-B45F-3422-9899-746E4FD79F73}"/>
                  </a:ext>
                </a:extLst>
              </p:cNvPr>
              <p:cNvSpPr txBox="1"/>
              <p:nvPr/>
            </p:nvSpPr>
            <p:spPr>
              <a:xfrm>
                <a:off x="7935492" y="4407061"/>
                <a:ext cx="173474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200" dirty="0">
                    <a:solidFill>
                      <a:schemeClr val="bg1"/>
                    </a:solidFill>
                  </a:rPr>
                  <a:t>Et bien plus à découvrir…</a:t>
                </a:r>
              </a:p>
            </p:txBody>
          </p: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28B41A06-7E86-8857-C0BC-1690D53ED029}"/>
                  </a:ext>
                </a:extLst>
              </p:cNvPr>
              <p:cNvSpPr/>
              <p:nvPr/>
            </p:nvSpPr>
            <p:spPr>
              <a:xfrm>
                <a:off x="539990" y="885998"/>
                <a:ext cx="1732952" cy="1737448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785725E5-7195-71D7-7448-A0F02433C185}"/>
                  </a:ext>
                </a:extLst>
              </p:cNvPr>
              <p:cNvSpPr/>
              <p:nvPr/>
            </p:nvSpPr>
            <p:spPr>
              <a:xfrm>
                <a:off x="539990" y="2715761"/>
                <a:ext cx="1732952" cy="234657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0F9B8628-5E5B-8F14-ADC8-D95E018951F6}"/>
                  </a:ext>
                </a:extLst>
              </p:cNvPr>
              <p:cNvSpPr txBox="1"/>
              <p:nvPr/>
            </p:nvSpPr>
            <p:spPr>
              <a:xfrm>
                <a:off x="2335160" y="4354180"/>
                <a:ext cx="184127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200" dirty="0">
                    <a:solidFill>
                      <a:schemeClr val="bg1"/>
                    </a:solidFill>
                  </a:rPr>
                  <a:t>Découvrez plus de </a:t>
                </a:r>
                <a:r>
                  <a:rPr lang="fr-FR" sz="1200" b="1" dirty="0">
                    <a:solidFill>
                      <a:schemeClr val="bg1"/>
                    </a:solidFill>
                  </a:rPr>
                  <a:t>130 lieux </a:t>
                </a:r>
                <a:r>
                  <a:rPr lang="fr-FR" sz="1200" dirty="0">
                    <a:solidFill>
                      <a:schemeClr val="bg1"/>
                    </a:solidFill>
                  </a:rPr>
                  <a:t>à visiter autour du lac!</a:t>
                </a:r>
              </a:p>
            </p:txBody>
          </p:sp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8F450E79-87B0-61E3-6421-D3B3E2D0690E}"/>
                  </a:ext>
                </a:extLst>
              </p:cNvPr>
              <p:cNvSpPr txBox="1"/>
              <p:nvPr/>
            </p:nvSpPr>
            <p:spPr>
              <a:xfrm>
                <a:off x="509718" y="3056999"/>
                <a:ext cx="1732952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2000" b="1" dirty="0"/>
                  <a:t>SCANNEZ LE QR CODE POUR DEMARRER!</a:t>
                </a:r>
                <a:endParaRPr lang="fr-FR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1" name="Flèche : bas 10">
                <a:extLst>
                  <a:ext uri="{FF2B5EF4-FFF2-40B4-BE49-F238E27FC236}">
                    <a16:creationId xmlns:a16="http://schemas.microsoft.com/office/drawing/2014/main" id="{B981E229-17C0-7416-A520-7AF884D9C612}"/>
                  </a:ext>
                </a:extLst>
              </p:cNvPr>
              <p:cNvSpPr/>
              <p:nvPr/>
            </p:nvSpPr>
            <p:spPr>
              <a:xfrm rot="10800000">
                <a:off x="772862" y="2734302"/>
                <a:ext cx="356171" cy="304157"/>
              </a:xfrm>
              <a:prstGeom prst="downArrow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3" name="Flèche : bas 12">
                <a:extLst>
                  <a:ext uri="{FF2B5EF4-FFF2-40B4-BE49-F238E27FC236}">
                    <a16:creationId xmlns:a16="http://schemas.microsoft.com/office/drawing/2014/main" id="{3A0EDCA9-5D59-2BFA-026C-9E708503C548}"/>
                  </a:ext>
                </a:extLst>
              </p:cNvPr>
              <p:cNvSpPr/>
              <p:nvPr/>
            </p:nvSpPr>
            <p:spPr>
              <a:xfrm rot="10800000">
                <a:off x="1644642" y="2734301"/>
                <a:ext cx="356171" cy="304157"/>
              </a:xfrm>
              <a:prstGeom prst="downArrow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pic>
          <p:nvPicPr>
            <p:cNvPr id="12" name="Image 11">
              <a:extLst>
                <a:ext uri="{FF2B5EF4-FFF2-40B4-BE49-F238E27FC236}">
                  <a16:creationId xmlns:a16="http://schemas.microsoft.com/office/drawing/2014/main" id="{3E2EEC9E-26CC-7AC8-C43C-239DD51BD83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b="7334"/>
            <a:stretch>
              <a:fillRect/>
            </a:stretch>
          </p:blipFill>
          <p:spPr>
            <a:xfrm>
              <a:off x="6070590" y="885998"/>
              <a:ext cx="1732952" cy="3398350"/>
            </a:xfrm>
            <a:prstGeom prst="rect">
              <a:avLst/>
            </a:prstGeom>
          </p:spPr>
        </p:pic>
        <p:pic>
          <p:nvPicPr>
            <p:cNvPr id="16" name="Image 15">
              <a:extLst>
                <a:ext uri="{FF2B5EF4-FFF2-40B4-BE49-F238E27FC236}">
                  <a16:creationId xmlns:a16="http://schemas.microsoft.com/office/drawing/2014/main" id="{6AFCA94E-7BC2-5F17-4F7A-3EF301794B0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b="11124"/>
            <a:stretch>
              <a:fillRect/>
            </a:stretch>
          </p:blipFill>
          <p:spPr>
            <a:xfrm>
              <a:off x="2354382" y="885997"/>
              <a:ext cx="1738430" cy="33983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4992930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51</Words>
  <Application>Microsoft Office PowerPoint</Application>
  <PresentationFormat>Grand écran</PresentationFormat>
  <Paragraphs>7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Stephan Belloni</dc:creator>
  <cp:lastModifiedBy>Stephan Belloni</cp:lastModifiedBy>
  <cp:revision>3</cp:revision>
  <dcterms:created xsi:type="dcterms:W3CDTF">2026-08-20T08:12:55Z</dcterms:created>
  <dcterms:modified xsi:type="dcterms:W3CDTF">2026-08-20T09:58:12Z</dcterms:modified>
</cp:coreProperties>
</file>