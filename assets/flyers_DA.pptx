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B17B16-297C-AFDD-BA30-907A7389377B}"/>
              </a:ext>
            </a:extLst>
          </p:cNvPr>
          <p:cNvSpPr/>
          <p:nvPr/>
        </p:nvSpPr>
        <p:spPr>
          <a:xfrm>
            <a:off x="401934" y="0"/>
            <a:ext cx="9365063" cy="52351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15EE6C-8B98-C314-97A6-90B8EC7DCCE3}"/>
              </a:ext>
            </a:extLst>
          </p:cNvPr>
          <p:cNvSpPr txBox="1"/>
          <p:nvPr/>
        </p:nvSpPr>
        <p:spPr>
          <a:xfrm>
            <a:off x="539991" y="19762"/>
            <a:ext cx="911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FORBERED DINE AKTIVITETER</a:t>
            </a:r>
          </a:p>
          <a:p>
            <a:pPr algn="ctr"/>
            <a:r>
              <a:rPr lang="fr-FR" b="1" dirty="0"/>
              <a:t>https://bellodulac.vercel.app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45ACAB-25ED-FE52-7AE3-316E1A4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93" y="74573"/>
            <a:ext cx="806342" cy="60683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02C46BB-4402-AE42-1302-6CC759E60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7" y="19762"/>
            <a:ext cx="855572" cy="6033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533F86-43A1-B884-3B8F-4502C0B390A4}"/>
              </a:ext>
            </a:extLst>
          </p:cNvPr>
          <p:cNvSpPr/>
          <p:nvPr/>
        </p:nvSpPr>
        <p:spPr>
          <a:xfrm>
            <a:off x="4206706" y="4395130"/>
            <a:ext cx="1740582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723DE3"/>
              </a:gs>
              <a:gs pos="83000">
                <a:srgbClr val="723DE3"/>
              </a:gs>
              <a:gs pos="100000">
                <a:srgbClr val="723DE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40C267-E1EC-DB27-94CB-CA6C7DF51910}"/>
              </a:ext>
            </a:extLst>
          </p:cNvPr>
          <p:cNvSpPr txBox="1"/>
          <p:nvPr/>
        </p:nvSpPr>
        <p:spPr>
          <a:xfrm>
            <a:off x="4148957" y="4355361"/>
            <a:ext cx="18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Se listen over </a:t>
            </a:r>
            <a:r>
              <a:rPr lang="fr-FR" sz="1200" b="1" dirty="0">
                <a:solidFill>
                  <a:schemeClr val="bg1"/>
                </a:solidFill>
              </a:rPr>
              <a:t>begivenheder</a:t>
            </a:r>
            <a:r>
              <a:rPr lang="fr-FR" sz="1200" dirty="0">
                <a:solidFill>
                  <a:schemeClr val="bg1"/>
                </a:solidFill>
              </a:rPr>
              <a:t> planlagt under dit ophold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D3CC7-8BDB-5C0C-0079-18CC7DDEC9DC}"/>
              </a:ext>
            </a:extLst>
          </p:cNvPr>
          <p:cNvSpPr/>
          <p:nvPr/>
        </p:nvSpPr>
        <p:spPr>
          <a:xfrm>
            <a:off x="2344568" y="4378375"/>
            <a:ext cx="1742794" cy="683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rgbClr val="6A9ACD"/>
              </a:gs>
              <a:gs pos="83000">
                <a:srgbClr val="4381C1"/>
              </a:gs>
              <a:gs pos="100000">
                <a:srgbClr val="4381C1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0479A-1F7B-67BF-A0F0-07B6A2057C52}"/>
              </a:ext>
            </a:extLst>
          </p:cNvPr>
          <p:cNvSpPr/>
          <p:nvPr/>
        </p:nvSpPr>
        <p:spPr>
          <a:xfrm>
            <a:off x="6066631" y="4386747"/>
            <a:ext cx="1740581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EDAF13"/>
              </a:gs>
              <a:gs pos="83000">
                <a:srgbClr val="EDAF13"/>
              </a:gs>
              <a:gs pos="100000">
                <a:srgbClr val="EDAF1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C763A42-FF59-9CBA-BD74-1F99885EF297}"/>
              </a:ext>
            </a:extLst>
          </p:cNvPr>
          <p:cNvSpPr txBox="1"/>
          <p:nvPr/>
        </p:nvSpPr>
        <p:spPr>
          <a:xfrm>
            <a:off x="6032790" y="4342282"/>
            <a:ext cx="18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EN </a:t>
            </a:r>
            <a:r>
              <a:rPr lang="fr-FR" sz="1200" b="1" dirty="0">
                <a:solidFill>
                  <a:schemeClr val="bg1"/>
                </a:solidFill>
              </a:rPr>
              <a:t>udvælgelse </a:t>
            </a:r>
            <a:r>
              <a:rPr lang="fr-FR" sz="1200" dirty="0">
                <a:solidFill>
                  <a:schemeClr val="bg1"/>
                </a:solidFill>
              </a:rPr>
              <a:t>skræddersyede aktiviteter til dig!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1BC3-DF05-35BA-9740-84D1F377CD1A}"/>
              </a:ext>
            </a:extLst>
          </p:cNvPr>
          <p:cNvSpPr/>
          <p:nvPr/>
        </p:nvSpPr>
        <p:spPr>
          <a:xfrm>
            <a:off x="7925035" y="4382375"/>
            <a:ext cx="1734748" cy="6672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00B050"/>
              </a:gs>
              <a:gs pos="8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7E74894-B45F-3422-9899-746E4FD79F73}"/>
              </a:ext>
            </a:extLst>
          </p:cNvPr>
          <p:cNvSpPr txBox="1"/>
          <p:nvPr/>
        </p:nvSpPr>
        <p:spPr>
          <a:xfrm>
            <a:off x="7877742" y="4397436"/>
            <a:ext cx="173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Og meget mere at opdage...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B41A06-7E86-8857-C0BC-1690D53ED029}"/>
              </a:ext>
            </a:extLst>
          </p:cNvPr>
          <p:cNvSpPr/>
          <p:nvPr/>
        </p:nvSpPr>
        <p:spPr>
          <a:xfrm>
            <a:off x="539990" y="885998"/>
            <a:ext cx="1732952" cy="17374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5725E5-7195-71D7-7448-A0F02433C185}"/>
              </a:ext>
            </a:extLst>
          </p:cNvPr>
          <p:cNvSpPr/>
          <p:nvPr/>
        </p:nvSpPr>
        <p:spPr>
          <a:xfrm>
            <a:off x="539990" y="2715761"/>
            <a:ext cx="1732952" cy="2346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9B8628-5E5B-8F14-ADC8-D95E018951F6}"/>
              </a:ext>
            </a:extLst>
          </p:cNvPr>
          <p:cNvSpPr txBox="1"/>
          <p:nvPr/>
        </p:nvSpPr>
        <p:spPr>
          <a:xfrm>
            <a:off x="2277410" y="4344555"/>
            <a:ext cx="186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Opdag mere </a:t>
            </a:r>
            <a:r>
              <a:rPr lang="fr-FR" sz="1200" b="1" dirty="0">
                <a:solidFill>
                  <a:schemeClr val="bg1"/>
                </a:solidFill>
              </a:rPr>
              <a:t>130 steder </a:t>
            </a:r>
            <a:r>
              <a:rPr lang="fr-FR" sz="1200" dirty="0">
                <a:solidFill>
                  <a:schemeClr val="bg1"/>
                </a:solidFill>
              </a:rPr>
              <a:t>at besøge rundt om søen!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450E79-87B0-61E3-6421-D3B3E2D0690E}"/>
              </a:ext>
            </a:extLst>
          </p:cNvPr>
          <p:cNvSpPr txBox="1"/>
          <p:nvPr/>
        </p:nvSpPr>
        <p:spPr>
          <a:xfrm>
            <a:off x="509718" y="3056999"/>
            <a:ext cx="1732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SCAN QR-KODEN FOR AT KOM I GANG!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981E229-17C0-7416-A520-7AF884D9C612}"/>
              </a:ext>
            </a:extLst>
          </p:cNvPr>
          <p:cNvSpPr/>
          <p:nvPr/>
        </p:nvSpPr>
        <p:spPr>
          <a:xfrm rot="10800000">
            <a:off x="772862" y="2734302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3A0EDCA9-5D59-2BFA-026C-9E708503C548}"/>
              </a:ext>
            </a:extLst>
          </p:cNvPr>
          <p:cNvSpPr/>
          <p:nvPr/>
        </p:nvSpPr>
        <p:spPr>
          <a:xfrm rot="10800000">
            <a:off x="1644642" y="2734301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786FFD-19B9-31BB-CE1C-41FD7D7D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6057" b="33635"/>
          <a:stretch>
            <a:fillRect/>
          </a:stretch>
        </p:blipFill>
        <p:spPr>
          <a:xfrm>
            <a:off x="2350454" y="886413"/>
            <a:ext cx="1740583" cy="34025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DFA5D4-10FA-9F2B-95F5-034C3A9D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31" y="885999"/>
            <a:ext cx="1740583" cy="33983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72BB8D-FD88-F339-5882-CE8710E82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220"/>
          <a:stretch>
            <a:fillRect/>
          </a:stretch>
        </p:blipFill>
        <p:spPr>
          <a:xfrm>
            <a:off x="7919203" y="885998"/>
            <a:ext cx="1740580" cy="339835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D227E8-97CD-C316-F943-BD858CD7B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49" y="897878"/>
            <a:ext cx="1739480" cy="3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4</cp:revision>
  <dcterms:created xsi:type="dcterms:W3CDTF">2026-08-20T08:12:55Z</dcterms:created>
  <dcterms:modified xsi:type="dcterms:W3CDTF">2026-08-20T09:59:33Z</dcterms:modified>
</cp:coreProperties>
</file>