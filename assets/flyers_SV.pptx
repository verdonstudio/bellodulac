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FÖRBERED DINA AKTIVITETER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Se listan över </a:t>
            </a:r>
            <a:r>
              <a:rPr lang="fr-FR" sz="1200" b="1" dirty="0">
                <a:solidFill>
                  <a:schemeClr val="bg1"/>
                </a:solidFill>
              </a:rPr>
              <a:t>händelser</a:t>
            </a:r>
            <a:r>
              <a:rPr lang="fr-FR" sz="1200" dirty="0">
                <a:solidFill>
                  <a:schemeClr val="bg1"/>
                </a:solidFill>
              </a:rPr>
              <a:t> planeras under din vistelse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 </a:t>
            </a:r>
            <a:r>
              <a:rPr lang="fr-FR" sz="1200" b="1" dirty="0">
                <a:solidFill>
                  <a:schemeClr val="bg1"/>
                </a:solidFill>
              </a:rPr>
              <a:t>urval </a:t>
            </a:r>
            <a:r>
              <a:rPr lang="fr-FR" sz="1200" dirty="0">
                <a:solidFill>
                  <a:schemeClr val="bg1"/>
                </a:solidFill>
              </a:rPr>
              <a:t>skräddarsydda aktiviteter för dig!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Och mycket mer att upptäcka...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Upptäck mer </a:t>
            </a:r>
            <a:r>
              <a:rPr lang="fr-FR" sz="1200" b="1" dirty="0">
                <a:solidFill>
                  <a:schemeClr val="bg1"/>
                </a:solidFill>
              </a:rPr>
              <a:t>130 platser </a:t>
            </a:r>
            <a:r>
              <a:rPr lang="fr-FR" sz="1200" dirty="0">
                <a:solidFill>
                  <a:schemeClr val="bg1"/>
                </a:solidFill>
              </a:rPr>
              <a:t>att besöka runt sjön!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SKANNA QR-KODEN FÖR ATT KOMMA IGÅNG!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