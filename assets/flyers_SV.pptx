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89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0B2434-A2EF-ADFE-C6FA-0EF0C8F0F4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FFBA764-AA7A-CF1F-D698-F5EF359E2A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CD25E8-6C6F-7525-93C7-5836A62E3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C322949-B35D-5072-377E-5006C14A7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082C6AD-0E67-1A2A-133D-36B82B987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2992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37A649-D705-7649-8FCC-72CCC94FB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A1DA04-F151-A2F1-2D4B-AC593EA1D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F02E434-71F9-85EB-6653-93D911ED7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98DB36-B40B-5289-4A69-32ED73EEB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B703D4-73EB-33F7-1171-A771832AF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1597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C9120F-F187-0078-B6D1-07752CC19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9143163-9B6A-E66E-8895-3AF4275D3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12C0C0F-903D-B765-3E55-AE78A6713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B59F68-52D6-921D-8F28-C7CC8AB2B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2C04772-EA1D-3157-7B0A-D46009006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7484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6BF744-7541-CB1B-352D-6EAF8F95D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6386F6B-90B7-45FE-B5AF-F29C456FB1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4F47C1F-6DB2-19D5-2143-AA2C1A848E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A438997-4A9D-0AE7-9B00-6F4ED69B4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9173083-862B-7E98-5339-313CF751D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1006194-5553-4FB6-BA18-F48A2ADEA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2116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9C60DA-A2A5-E242-3632-A69ACD26B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2F84C85-05A5-FB99-EB8A-3A07BD459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ACA1B3A-2B90-CFF9-4EDF-6202F3C22E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028F83A-F6FF-511B-A9DC-222E4E3AB1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870AF87-498F-D9D9-305A-F1EB672580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36805EC-7A1E-ADC3-58E4-88ECD91C9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5F658EE-D59A-59EA-E90C-FA8732621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2BDA961-9CEA-B60A-2D81-E7449AF49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0818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DFA9D1-12AF-4B70-4DFD-F9B210C1B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33F8B75-8041-C301-81D6-607EC27DD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BACD884-D033-7FF3-2BC7-CA409B1A6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5BB0927-2E3E-2744-CA63-4D68BFD4A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5473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FABFD7C-7ECA-C82D-EC45-65F4EE387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9C408FE-1A2D-1044-8CD8-D1EF90953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4CDFAEF-60B4-1D3B-ABCD-4A06B7C07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1792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68CAC1-8550-DC60-CEAB-9A20CF0DF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145F09E-6AA1-5ACA-A33C-3051B78EC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E7FC7CD-E66C-44BF-A0C7-E9B451466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0FB66E9-AC80-A095-92E6-EEA06EAB7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2E54D0B-628C-CA93-5DDB-362042A61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C893AD6-9811-0B4E-A22C-231369323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2316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21ABCE-9F97-5A4E-7E91-7A8AE3A8A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0EFA0B0-6589-0438-086A-C7E483ECB1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E94BB3C-6754-6521-512C-E75B2599D9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9D44F6B-94DC-88F6-B16D-820E54F81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4B71AA-EC62-0BF1-C03B-82ABCB774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0B3CFFF-6898-110B-05A7-87BBAE854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8616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1785A2-6262-78C5-A89F-9A07E9B5E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5B0ADB6-A4A4-6C69-81DC-A423D5D44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5488B7-87CC-435D-1ABA-1AC1E2ED8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36E5596-D2A3-DE56-7854-ADF6A658A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7B84C6-AF12-6F19-AD5C-EBF3B737F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7522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1069720-3CEA-DA23-66C2-DFE125DA7E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429E288-9192-D09C-ED5B-1D6805C264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CFE7C25-DDAB-3BC1-14DA-475FDBA88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AD628E0-8F0B-5468-B92F-643C9D36A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F450C0D-E405-9452-52BB-874BC7537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85533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68D432C-4B02-79E5-C3A3-BBEE40556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271F40A-4B93-090C-9461-FD17A435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968E278-1672-CE10-4B33-16195513BC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198834F-E7AC-1FC0-918D-9CAB7AECB9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75D0472-1CD7-07B9-A1A3-6720DA8F18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3366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FE05F-D4E0-E283-3743-6CA4B53CB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D2B17B16-297C-AFDD-BA30-907A7389377B}"/>
              </a:ext>
            </a:extLst>
          </p:cNvPr>
          <p:cNvSpPr/>
          <p:nvPr/>
        </p:nvSpPr>
        <p:spPr>
          <a:xfrm>
            <a:off x="401934" y="0"/>
            <a:ext cx="9365063" cy="523519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3715EE6C-8B98-C314-97A6-90B8EC7DCCE3}"/>
              </a:ext>
            </a:extLst>
          </p:cNvPr>
          <p:cNvSpPr txBox="1"/>
          <p:nvPr/>
        </p:nvSpPr>
        <p:spPr>
          <a:xfrm>
            <a:off x="539991" y="19762"/>
            <a:ext cx="91197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/>
              <a:t>FÖRBERED DINA AKTIVITETER</a:t>
            </a:r>
          </a:p>
          <a:p>
            <a:pPr algn="ctr"/>
            <a:r>
              <a:rPr lang="fr-FR" b="1" dirty="0"/>
              <a:t>https://bellodulac.vercel.app</a:t>
            </a:r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8745ACAB-25ED-FE52-7AE3-316E1A4E29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9493" y="74573"/>
            <a:ext cx="806342" cy="606835"/>
          </a:xfrm>
          <a:prstGeom prst="rect">
            <a:avLst/>
          </a:prstGeom>
        </p:spPr>
      </p:pic>
      <p:pic>
        <p:nvPicPr>
          <p:cNvPr id="35" name="Image 34">
            <a:extLst>
              <a:ext uri="{FF2B5EF4-FFF2-40B4-BE49-F238E27FC236}">
                <a16:creationId xmlns:a16="http://schemas.microsoft.com/office/drawing/2014/main" id="{102C46BB-4402-AE42-1302-6CC759E605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477" y="19762"/>
            <a:ext cx="855572" cy="6033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2533F86-43A1-B884-3B8F-4502C0B390A4}"/>
              </a:ext>
            </a:extLst>
          </p:cNvPr>
          <p:cNvSpPr/>
          <p:nvPr/>
        </p:nvSpPr>
        <p:spPr>
          <a:xfrm>
            <a:off x="4206706" y="4395130"/>
            <a:ext cx="1740582" cy="66720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33000">
                <a:srgbClr val="723DE3"/>
              </a:gs>
              <a:gs pos="83000">
                <a:srgbClr val="723DE3"/>
              </a:gs>
              <a:gs pos="100000">
                <a:srgbClr val="723DE3"/>
              </a:gs>
            </a:gsLst>
            <a:lin ang="5400000" scaled="1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540C267-E1EC-DB27-94CB-CA6C7DF51910}"/>
              </a:ext>
            </a:extLst>
          </p:cNvPr>
          <p:cNvSpPr txBox="1"/>
          <p:nvPr/>
        </p:nvSpPr>
        <p:spPr>
          <a:xfrm>
            <a:off x="4148957" y="4355361"/>
            <a:ext cx="18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Se listan över </a:t>
            </a:r>
            <a:r>
              <a:rPr lang="fr-FR" sz="1200" b="1" dirty="0">
                <a:solidFill>
                  <a:schemeClr val="bg1"/>
                </a:solidFill>
              </a:rPr>
              <a:t>händelser</a:t>
            </a:r>
            <a:r>
              <a:rPr lang="fr-FR" sz="1200" dirty="0">
                <a:solidFill>
                  <a:schemeClr val="bg1"/>
                </a:solidFill>
              </a:rPr>
              <a:t> planeras under din vistelse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CD3CC7-8BDB-5C0C-0079-18CC7DDEC9DC}"/>
              </a:ext>
            </a:extLst>
          </p:cNvPr>
          <p:cNvSpPr/>
          <p:nvPr/>
        </p:nvSpPr>
        <p:spPr>
          <a:xfrm>
            <a:off x="2344568" y="4378375"/>
            <a:ext cx="1742794" cy="68395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28000">
                <a:srgbClr val="6A9ACD"/>
              </a:gs>
              <a:gs pos="83000">
                <a:srgbClr val="4381C1"/>
              </a:gs>
              <a:gs pos="100000">
                <a:srgbClr val="4381C1"/>
              </a:gs>
            </a:gsLst>
            <a:lin ang="270000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A0479A-1F7B-67BF-A0F0-07B6A2057C52}"/>
              </a:ext>
            </a:extLst>
          </p:cNvPr>
          <p:cNvSpPr/>
          <p:nvPr/>
        </p:nvSpPr>
        <p:spPr>
          <a:xfrm>
            <a:off x="6066631" y="4386747"/>
            <a:ext cx="1740581" cy="66720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20000">
                <a:srgbClr val="EDAF13"/>
              </a:gs>
              <a:gs pos="83000">
                <a:srgbClr val="EDAF13"/>
              </a:gs>
              <a:gs pos="100000">
                <a:srgbClr val="EDAF13"/>
              </a:gs>
            </a:gsLst>
            <a:lin ang="5400000" scaled="1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4C763A42-FF59-9CBA-BD74-1F99885EF297}"/>
              </a:ext>
            </a:extLst>
          </p:cNvPr>
          <p:cNvSpPr txBox="1"/>
          <p:nvPr/>
        </p:nvSpPr>
        <p:spPr>
          <a:xfrm>
            <a:off x="6032790" y="4342282"/>
            <a:ext cx="1810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A </a:t>
            </a:r>
            <a:r>
              <a:rPr lang="fr-FR" sz="1200" b="1" dirty="0">
                <a:solidFill>
                  <a:schemeClr val="bg1"/>
                </a:solidFill>
              </a:rPr>
              <a:t>urval </a:t>
            </a:r>
            <a:r>
              <a:rPr lang="fr-FR" sz="1200" dirty="0">
                <a:solidFill>
                  <a:schemeClr val="bg1"/>
                </a:solidFill>
              </a:rPr>
              <a:t>skräddarsydda aktiviteter för dig!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B6D1BC3-DF05-35BA-9740-84D1F377CD1A}"/>
              </a:ext>
            </a:extLst>
          </p:cNvPr>
          <p:cNvSpPr/>
          <p:nvPr/>
        </p:nvSpPr>
        <p:spPr>
          <a:xfrm>
            <a:off x="7925035" y="4382375"/>
            <a:ext cx="1734748" cy="667204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33000">
                <a:srgbClr val="00B050"/>
              </a:gs>
              <a:gs pos="83000">
                <a:srgbClr val="00B050"/>
              </a:gs>
              <a:gs pos="100000">
                <a:srgbClr val="00B050"/>
              </a:gs>
            </a:gsLst>
            <a:lin ang="5400000" scaled="1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07E74894-B45F-3422-9899-746E4FD79F73}"/>
              </a:ext>
            </a:extLst>
          </p:cNvPr>
          <p:cNvSpPr txBox="1"/>
          <p:nvPr/>
        </p:nvSpPr>
        <p:spPr>
          <a:xfrm>
            <a:off x="7877742" y="4397436"/>
            <a:ext cx="1734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Och mycket mer att upptäcka...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8B41A06-7E86-8857-C0BC-1690D53ED029}"/>
              </a:ext>
            </a:extLst>
          </p:cNvPr>
          <p:cNvSpPr/>
          <p:nvPr/>
        </p:nvSpPr>
        <p:spPr>
          <a:xfrm>
            <a:off x="539990" y="885998"/>
            <a:ext cx="1732952" cy="173744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85725E5-7195-71D7-7448-A0F02433C185}"/>
              </a:ext>
            </a:extLst>
          </p:cNvPr>
          <p:cNvSpPr/>
          <p:nvPr/>
        </p:nvSpPr>
        <p:spPr>
          <a:xfrm>
            <a:off x="539990" y="2715761"/>
            <a:ext cx="1732952" cy="234657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F9B8628-5E5B-8F14-ADC8-D95E018951F6}"/>
              </a:ext>
            </a:extLst>
          </p:cNvPr>
          <p:cNvSpPr txBox="1"/>
          <p:nvPr/>
        </p:nvSpPr>
        <p:spPr>
          <a:xfrm>
            <a:off x="2277410" y="4344555"/>
            <a:ext cx="18675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Upptäck mer </a:t>
            </a:r>
            <a:r>
              <a:rPr lang="fr-FR" sz="1200" b="1" dirty="0">
                <a:solidFill>
                  <a:schemeClr val="bg1"/>
                </a:solidFill>
              </a:rPr>
              <a:t>130 platser </a:t>
            </a:r>
            <a:r>
              <a:rPr lang="fr-FR" sz="1200" dirty="0">
                <a:solidFill>
                  <a:schemeClr val="bg1"/>
                </a:solidFill>
              </a:rPr>
              <a:t>att besöka runt sjön!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F450E79-87B0-61E3-6421-D3B3E2D0690E}"/>
              </a:ext>
            </a:extLst>
          </p:cNvPr>
          <p:cNvSpPr txBox="1"/>
          <p:nvPr/>
        </p:nvSpPr>
        <p:spPr>
          <a:xfrm>
            <a:off x="509718" y="3056999"/>
            <a:ext cx="17329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/>
              <a:t>SKANNA QR-KODEN FÖR ATT KOMMA IGÅNG!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11" name="Flèche : bas 10">
            <a:extLst>
              <a:ext uri="{FF2B5EF4-FFF2-40B4-BE49-F238E27FC236}">
                <a16:creationId xmlns:a16="http://schemas.microsoft.com/office/drawing/2014/main" id="{B981E229-17C0-7416-A520-7AF884D9C612}"/>
              </a:ext>
            </a:extLst>
          </p:cNvPr>
          <p:cNvSpPr/>
          <p:nvPr/>
        </p:nvSpPr>
        <p:spPr>
          <a:xfrm rot="10800000">
            <a:off x="772862" y="2734302"/>
            <a:ext cx="356171" cy="304157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Flèche : bas 12">
            <a:extLst>
              <a:ext uri="{FF2B5EF4-FFF2-40B4-BE49-F238E27FC236}">
                <a16:creationId xmlns:a16="http://schemas.microsoft.com/office/drawing/2014/main" id="{3A0EDCA9-5D59-2BFA-026C-9E708503C548}"/>
              </a:ext>
            </a:extLst>
          </p:cNvPr>
          <p:cNvSpPr/>
          <p:nvPr/>
        </p:nvSpPr>
        <p:spPr>
          <a:xfrm rot="10800000">
            <a:off x="1644642" y="2734301"/>
            <a:ext cx="356171" cy="304157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E786FFD-19B9-31BB-CE1C-41FD7D7DCD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327" r="6057" b="33635"/>
          <a:stretch>
            <a:fillRect/>
          </a:stretch>
        </p:blipFill>
        <p:spPr>
          <a:xfrm>
            <a:off x="2350454" y="886413"/>
            <a:ext cx="1740583" cy="3402576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1EDFA5D4-10FA-9F2B-95F5-034C3A9DBC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6631" y="885999"/>
            <a:ext cx="1740583" cy="3398350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4F72BB8D-FD88-F339-5882-CE8710E82A6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7220"/>
          <a:stretch>
            <a:fillRect/>
          </a:stretch>
        </p:blipFill>
        <p:spPr>
          <a:xfrm>
            <a:off x="7919203" y="885998"/>
            <a:ext cx="1740580" cy="3398351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80D227E8-97CD-C316-F943-BD858CD7B8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2749" y="897878"/>
            <a:ext cx="1739480" cy="3398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92930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51</Words>
  <Application>Microsoft Office PowerPoint</Application>
  <PresentationFormat>Grand écran</PresentationFormat>
  <Paragraphs>7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Stephan Belloni</dc:creator>
  <cp:lastModifiedBy>Stephan Belloni</cp:lastModifiedBy>
  <cp:revision>4</cp:revision>
  <dcterms:created xsi:type="dcterms:W3CDTF">2026-08-20T08:12:55Z</dcterms:created>
  <dcterms:modified xsi:type="dcterms:W3CDTF">2026-08-20T09:59:33Z</dcterms:modified>
</cp:coreProperties>
</file>